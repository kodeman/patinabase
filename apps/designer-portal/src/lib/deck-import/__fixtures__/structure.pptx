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60" r:id="rId11"/>
    <p:sldId id="257" r:id="rId8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www.hay.dk/products/rounded-tray" TargetMode="External"/><Relationship Id="rId6" Type="http://schemas.openxmlformats.org/officeDocument/2006/relationships/image" Target="../media/image7.png"/><Relationship Id="rId7" Type="http://schemas.openxmlformats.org/officeDocument/2006/relationships/hyperlink" Target="https://www.hay.dk/stool" TargetMode="External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vector1.svg"/><Relationship Id="rId6" Type="http://schemas.openxmlformats.org/officeDocument/2006/relationships/image" Target="../media/image11.jpg"/><Relationship Id="rId7" Type="http://schemas.microsoft.com/office/2007/relationships/hdphoto" Target="../media/hdphoto1.wdp"/><Relationship Id="rId8" Type="http://schemas.openxmlformats.org/officeDocument/2006/relationships/image" Target="https://cdn.example.com/linked-sofa.jpg" TargetMode="External"/><Relationship Id="rId9" Type="http://schemas.openxmlformats.org/officeDocument/2006/relationships/image" Target="file:///C:/Users/leah/Pictures/sofa.jpg" TargetMode="External"/><Relationship Id="rId10" Type="http://schemas.openxmlformats.org/officeDocument/2006/relationships/image" Target="../media/image90.emf"/><Relationship Id="rId11" Type="http://schemas.openxmlformats.org/officeDocument/2006/relationships/image" Target="../media/image91.wmf"/><Relationship Id="rId12" Type="http://schemas.openxmlformats.org/officeDocument/2006/relationships/image" Target="../media/image12.tiff"/><Relationship Id="rId13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000000" y="1000000"/>
            <a:ext cx="4000000" cy="2000000"/>
            <a:chOff x="0" y="0"/>
            <a:chExt cx="8000000" cy="4000000"/>
          </a:xfrm>
        </p:grpSpPr>
        <p:grpSp>
          <p:nvGrpSpPr>
            <p:cNvPr id="3" name="Group 2"/>
            <p:cNvGrpSpPr/>
            <p:nvPr/>
          </p:nvGrpSpPr>
          <p:grpSpPr>
            <a:xfrm rot="5400000">
              <a:off x="0" y="0"/>
              <a:ext cx="4000000" cy="4000000"/>
              <a:chOff x="0" y="0"/>
              <a:chExt cx="4000000" cy="4000000"/>
            </a:xfrm>
          </p:grpSpPr>
          <p:pic>
            <p:nvPicPr>
              <p:cNvPr id="4" name="Picture 3" descr="image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000000" cy="1000000"/>
              </a:xfrm>
              <a:prstGeom prst="rect">
                <a:avLst/>
              </a:prstGeom>
            </p:spPr>
          </p:pic>
        </p:grpSp>
      </p:grpSp>
      <p:grpSp>
        <p:nvGrpSpPr>
          <p:cNvPr id="5" name="Group 4"/>
          <p:cNvGrpSpPr/>
          <p:nvPr/>
        </p:nvGrpSpPr>
        <p:grpSpPr>
          <a:xfrm flipH="1">
            <a:off x="6000000" y="1000000"/>
            <a:ext cx="4000000" cy="3000000"/>
            <a:chOff x="6000000" y="1000000"/>
            <a:chExt cx="4000000" cy="3000000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00000">
              <a:off x="6500000" y="1500000"/>
              <a:ext cx="1000000" cy="1000000"/>
            </a:xfrm>
            <a:prstGeom prst="rect">
              <a:avLst/>
            </a:prstGeom>
          </p:spPr>
        </p:pic>
      </p:grp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500000" y="4500000"/>
            <a:ext cx="15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10000" r="-10000"/>
          <a:stretch>
            <a:fillRect/>
          </a:stretch>
        </p:blipFill>
        <p:spPr>
          <a:xfrm>
            <a:off x="500000" y="800000"/>
            <a:ext cx="2400000" cy="160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rcRect l="25000" t="10000" b="20000"/>
          <a:stretch>
            <a:fillRect/>
          </a:stretch>
        </p:blipFill>
        <p:spPr>
          <a:xfrm>
            <a:off x="3200000" y="800000"/>
            <a:ext cx="2400000" cy="1600000"/>
          </a:xfrm>
          <a:prstGeom prst="rect">
            <a:avLst/>
          </a:prstGeom>
        </p:spPr>
      </p:pic>
      <p:sp>
        <p:nvSpPr>
          <p:cNvPr id="4" name="Rounded Rectangle 3">
            <a:hlinkClick r:id="rId5"/>
          </p:cNvPr>
          <p:cNvSpPr/>
          <p:nvPr/>
        </p:nvSpPr>
        <p:spPr>
          <a:xfrm>
            <a:off x="6000000" y="800000"/>
            <a:ext cx="2000000" cy="2000000"/>
          </a:xfrm>
          <a:prstGeom prst="roundRect">
            <a:avLst/>
          </a:prstGeom>
          <a:blipFill rotWithShape="1">
            <a:blip r:embed="rId4"/>
            <a:srcRect l="10000" t="0" r="10000" b="0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00" y="3500000"/>
          <a:ext cx="9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4000000"/>
                <a:gridCol w="3000000"/>
              </a:tblGrid>
              <a:tr h="1000000">
                <a:tc>
                  <a:txBody>
                    <a:bodyPr/>
                    <a:lstStyle/>
                    <a:p/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t>Oak Stool</a:t>
                      </a:r>
                    </a:p>
                    <a:p>
                      <a:r>
                        <a:t>Workshop Co.</a:t>
                      </a:r>
                    </a:p>
                    <a:p>
                      <a:r>
                        <a:t>$450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hlinkClick r:id="rId7"/>
                        </a:rPr>
                        <a:t>Shop the stool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/>
                  </a:txBody>
                  <a:tcPr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t>Linen Lamp 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https://example-lamps.com/linen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pic>
            <p:nvPicPr>
              <p:cNvPr id="2" name="Choice Pictur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0000" y="300000"/>
                <a:ext cx="1200000" cy="900000"/>
              </a:xfrm>
              <a:prstGeom prst="rect">
                <a:avLst/>
              </a:prstGeom>
            </p:spPr>
          </p:pic>
        </mc:Choice>
        <mc:Fallback>
          <p:pic>
            <p:nvPicPr>
              <p:cNvPr id="2" name="Fallback Picture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000" y="300000"/>
                <a:ext cx="1200000" cy="900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Vecto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0000" y="300000"/>
            <a:ext cx="1200000" cy="900000"/>
          </a:xfrm>
          <a:prstGeom prst="rect">
            <a:avLst/>
          </a:prstGeom>
        </p:spPr>
      </p:pic>
      <p:pic>
        <p:nvPicPr>
          <p:cNvPr id="4" name="HD Photo" descr="A wooden chair with a woven seat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/>
                </a14:imgProps>
              </a:ext>
            </a:extLst>
          </a:blip>
          <a:stretch>
            <a:fillRect/>
          </a:stretch>
        </p:blipFill>
        <p:spPr>
          <a:xfrm>
            <a:off x="3300000" y="300000"/>
            <a:ext cx="1200000" cy="900000"/>
          </a:xfrm>
          <a:prstGeom prst="rect">
            <a:avLst/>
          </a:prstGeom>
        </p:spPr>
      </p:pic>
      <p:pic>
        <p:nvPicPr>
          <p:cNvPr id="5" name="Linked http"/>
          <p:cNvPicPr>
            <a:picLocks noChangeAspect="1"/>
          </p:cNvPicPr>
          <p:nvPr/>
        </p:nvPicPr>
        <p:blipFill>
          <a:blip r:link="rId8"/>
          <a:stretch>
            <a:fillRect/>
          </a:stretch>
        </p:blipFill>
        <p:spPr>
          <a:xfrm>
            <a:off x="4800000" y="300000"/>
            <a:ext cx="1200000" cy="900000"/>
          </a:xfrm>
          <a:prstGeom prst="rect">
            <a:avLst/>
          </a:prstGeom>
        </p:spPr>
      </p:pic>
      <p:pic>
        <p:nvPicPr>
          <p:cNvPr id="6" name="Linked file"/>
          <p:cNvPicPr>
            <a:picLocks noChangeAspect="1"/>
          </p:cNvPicPr>
          <p:nvPr/>
        </p:nvPicPr>
        <p:blipFill>
          <a:blip r:link="rId9"/>
          <a:stretch>
            <a:fillRect/>
          </a:stretch>
        </p:blipFill>
        <p:spPr>
          <a:xfrm>
            <a:off x="6300000" y="300000"/>
            <a:ext cx="1200000" cy="900000"/>
          </a:xfrm>
          <a:prstGeom prst="rect">
            <a:avLst/>
          </a:prstGeom>
        </p:spPr>
      </p:pic>
      <p:pic>
        <p:nvPicPr>
          <p:cNvPr id="7" name="em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00" y="1800000"/>
            <a:ext cx="1200000" cy="900000"/>
          </a:xfrm>
          <a:prstGeom prst="rect">
            <a:avLst/>
          </a:prstGeom>
        </p:spPr>
      </p:pic>
      <p:pic>
        <p:nvPicPr>
          <p:cNvPr id="8" name="wm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0000" y="1800000"/>
            <a:ext cx="1200000" cy="900000"/>
          </a:xfrm>
          <a:prstGeom prst="rect">
            <a:avLst/>
          </a:prstGeom>
        </p:spPr>
      </p:pic>
      <p:pic>
        <p:nvPicPr>
          <p:cNvPr id="9" name="Picture 8" descr="image.tif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0000" y="1800000"/>
            <a:ext cx="12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Placeholder Room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667" r="16667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Inherited</a:t>
            </a:r>
          </a:p>
        </p:txBody>
      </p:sp>
      <p:pic>
        <p:nvPicPr>
          <p:cNvPr id="3" name="Content Placeholder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