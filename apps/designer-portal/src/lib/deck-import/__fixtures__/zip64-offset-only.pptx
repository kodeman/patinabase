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dwr.com/eame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2000000" y="2000000"/>
            <a:ext cx="8000000" cy="6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0" y="1000000"/>
            <a:ext cx="6000000" cy="4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