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https://www.burkedecor.com/h-chair and see www.chairish.com/item/99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at https://www.1stdibs.com/x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 loved this one. https://www.burkedecor.com/products/reading-chair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cb2.com/cane-chai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studiodunn.com/console" TargetMode="External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www.westelm.com/overlay-rug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somebody.blog/photo" TargetMode="External"/><Relationship Id="rId4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www.example.com/never" TargetMode="External"/><Relationship Id="rId6" Type="http://schemas.openxmlformats.org/officeDocument/2006/relationships/hyperlink" Target="mailto:studio@example.com" TargetMode="External"/><Relationship Id="rId7" Type="http://schemas.openxmlformats.org/officeDocument/2006/relationships/hyperlink" Target="https://unsplash.com/photos/abc" TargetMode="External"/><Relationship Id="rId8" Type="http://schemas.openxmlformats.org/officeDocument/2006/relationships/hyperlink" Target="https://www.example.com/hover-only" TargetMode="External"/><Relationship Id="rId9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500000"/>
            <a:ext cx="3000000" cy="25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0000" y="1700000"/>
            <a:ext cx="24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Harbor Sofa</a:t>
            </a:r>
          </a:p>
          <a:p>
            <a:r>
              <a:t>Maker: Lawson-Fenning</a:t>
            </a:r>
          </a:p>
          <a:p>
            <a:r>
              <a:t>$4,200</a:t>
            </a:r>
          </a:p>
          <a:p>
            <a:r>
              <a:t>84"W x 38"D x 30"H</a:t>
            </a:r>
          </a:p>
          <a:p>
            <a:r>
              <a:t>https://www.rh.com/harbor-sofa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0" y="1000000"/>
            <a:ext cx="3000000" cy="25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00000" y="3650000"/>
            <a:ext cx="3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Cane Chair</a:t>
            </a:r>
          </a:p>
          <a:p>
            <a:r>
              <a:t>SKU: CC-1042</a:t>
            </a:r>
          </a:p>
          <a:p>
            <a:r>
              <a:t>$1,150.00</a:t>
            </a:r>
          </a:p>
          <a:p>
            <a:r>
              <a:rPr>
                <a:hlinkClick r:id="rId4"/>
              </a:rPr>
              <a:t>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800000"/>
            <a:ext cx="2700000" cy="2000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0000" y="2950000"/>
          <a:ext cx="2700000" cy="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700000"/>
                <a:gridCol w="800000"/>
              </a:tblGrid>
              <a:tr h="450000">
                <a:tc>
                  <a:txBody>
                    <a:bodyPr/>
                    <a:lstStyle/>
                    <a:p>
                      <a:r>
                        <a:t>Walnut Console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hlinkClick r:id="rId3"/>
                        </a:rPr>
                        <a:t>studiodunn.com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00" y="800000"/>
            <a:ext cx="2500000" cy="25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00000" y="900000"/>
            <a:ext cx="26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Brass Sconce (pair)</a:t>
            </a:r>
          </a:p>
          <a:p>
            <a:r>
              <a:t>https://www.lumens.com/brass-sconce</a:t>
            </a:r>
          </a:p>
          <a:p>
            <a:r>
              <a:t>also: bit.ly/3xSconce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600000"/>
            <a:ext cx="3000000" cy="2400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500000" y="700000"/>
            <a:ext cx="2600000" cy="20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000" y="600000"/>
            <a:ext cx="2600000" cy="24000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100000" y="800000"/>
            <a:ext cx="2000000" cy="1050000"/>
            <a:chOff x="7100000" y="800000"/>
            <a:chExt cx="2000000" cy="1050000"/>
          </a:xfrm>
        </p:grpSpPr>
        <p:sp>
          <p:nvSpPr>
            <p:cNvPr id="6" name="TextBox 5"/>
            <p:cNvSpPr txBox="1"/>
            <p:nvPr/>
          </p:nvSpPr>
          <p:spPr>
            <a:xfrm>
              <a:off x="7100000" y="800000"/>
              <a:ext cx="2000000" cy="5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Rattan Bench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0000" y="1350000"/>
              <a:ext cx="2000000" cy="5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$890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00000" y="3800000"/>
            <a:ext cx="11300000" cy="2600000"/>
            <a:chOff x="400000" y="3800000"/>
            <a:chExt cx="11300000" cy="2600000"/>
          </a:xfrm>
        </p:grpSpPr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000" y="3800000"/>
              <a:ext cx="1800000" cy="16000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9500000" y="5800000"/>
              <a:ext cx="2200000" cy="6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Moss Pouf $380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400000"/>
            <a:ext cx="3200000" cy="22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7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1</a:t>
            </a:r>
          </a:p>
          <a:p>
            <a:r>
              <a:t>$100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000" y="400000"/>
            <a:ext cx="3200000" cy="22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00000" y="27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2</a:t>
            </a:r>
          </a:p>
          <a:p>
            <a:r>
              <a:t>$200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00" y="400000"/>
            <a:ext cx="3200000" cy="22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0000" y="27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3</a:t>
            </a:r>
          </a:p>
          <a:p>
            <a:r>
              <a:t>$300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00" y="3500000"/>
            <a:ext cx="3200000" cy="22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" y="58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4</a:t>
            </a:r>
          </a:p>
          <a:p>
            <a:r>
              <a:t>$400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0000" y="3500000"/>
            <a:ext cx="3200000" cy="22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0000" y="58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5</a:t>
            </a:r>
          </a:p>
          <a:p>
            <a:r>
              <a:t>$500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0000" y="3500000"/>
            <a:ext cx="3200000" cy="22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0000" y="5800000"/>
            <a:ext cx="3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Grid Item 6</a:t>
            </a:r>
          </a:p>
          <a:p>
            <a:r>
              <a:t>$600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500000"/>
            <a:ext cx="3000000" cy="250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000" y="1500000"/>
            <a:ext cx="3000000" cy="2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50000" y="2000000"/>
            <a:ext cx="15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Side Table</a:t>
            </a:r>
          </a:p>
          <a:p>
            <a:r>
              <a:t>https://www.article.com/side-table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800000"/>
            <a:ext cx="2400000" cy="24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0000" y="9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000" y="800000"/>
            <a:ext cx="2400000" cy="24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000" y="9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000" y="800000"/>
            <a:ext cx="2400000" cy="24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00000" y="9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0000" y="3700000"/>
            <a:ext cx="3200000" cy="2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Sources</a:t>
            </a:r>
          </a:p>
          <a:p>
            <a:r>
              <a:t>1. Arc Floor Lamp https://www.flos.com/arc</a:t>
            </a:r>
          </a:p>
          <a:p>
            <a:r>
              <a:t>2. Linen Sofa $5,100 https://www.article.com/linen-sofa</a:t>
            </a:r>
          </a:p>
          <a:p>
            <a:r>
              <a:t>3. Jute Rug https://www.wayfair.com/jute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1000000"/>
            <a:ext cx="4000000" cy="30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00000" y="41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1000000"/>
            <a:ext cx="4000000" cy="3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0000" y="4100000"/>
            <a:ext cx="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Shopping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10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Travertine Side Table https://www.rejuvenation.com/side-table</a:t>
            </a:r>
          </a:p>
          <a:p>
            <a:r>
              <a:t>2 Wool Throw https://www.schoolhouse.com/throw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0" y="1000000"/>
            <a:ext cx="4000000" cy="30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000" y="410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This Photo</a:t>
            </a:r>
            <a:r>
              <a:t> by Unknown Author is licensed under </a:t>
            </a:r>
            <a:r>
              <a:rPr>
                <a:hlinkClick r:id="rId4"/>
              </a:rPr>
              <a:t>CC BY-SA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5600000"/>
            <a:ext cx="30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5" action="ppaction://hlinkshowjump?jump=nextslide"/>
              </a:rPr>
              <a:t>Next</a:t>
            </a:r>
          </a:p>
          <a:p>
            <a:r>
              <a:rPr>
                <a:hlinkClick r:id="rId6"/>
              </a:rPr>
              <a:t>Email us</a:t>
            </a:r>
          </a:p>
          <a:p>
            <a:r>
              <a:rPr>
                <a:hlinkClick r:id="rId7"/>
              </a:rPr>
              <a:t>Photo</a:t>
            </a:r>
          </a:p>
        </p:txBody>
      </p:sp>
      <p:sp>
        <p:nvSpPr>
          <p:cNvPr id="5" name="TextBox 4">
            <a:hlinkHover r:id="rId8"/>
          </p:cNvPr>
          <p:cNvSpPr txBox="1"/>
          <p:nvPr/>
        </p:nvSpPr>
        <p:spPr>
          <a:xfrm>
            <a:off x="9000000" y="5600000"/>
            <a:ext cx="2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Hover 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Inspiration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8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Mood: https://www.pinterest.com/board/1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Chair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0" y="16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